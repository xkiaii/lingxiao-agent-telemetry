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凌霄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可观测平台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安全护栏 + 实时监控 + 审计追踪 + 合规报告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86384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786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5层架构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384048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3840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 SDK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3840480"/>
            <a:ext cx="786384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3840480"/>
            <a:ext cx="786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安全红队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3840480"/>
            <a:ext cx="1810512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38404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LangChain 兼容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3840480"/>
            <a:ext cx="1298448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84048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Docker部署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github.com/XKIAII/lingxiao-agent-telemetry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层智能体架构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每一层各司其职，互不侵入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</a:rPr>
              <a:t>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配置注册 + 规则引擎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2103120"/>
            <a:ext cx="0" cy="91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57984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579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1579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Skills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1579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可复用能力单元注册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2798064"/>
            <a:ext cx="0" cy="91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52928"/>
            <a:ext cx="73152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852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护栏层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28529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Hooks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852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Pre/Post 安全拦截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0" y="3493008"/>
            <a:ext cx="0" cy="91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547872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547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委派层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286000" y="3547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Sub-Agents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547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并行任务分发执行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0" y="4187952"/>
            <a:ext cx="0" cy="91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242816"/>
            <a:ext cx="73152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2428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分发层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286000" y="42428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Plugins &amp; MCP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2428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第三方集成扩展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四象限产品矩阵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749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给运维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实时面板 · 告警推送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成本追踪 · 多Agent筛选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28016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安全中心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给安全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Hook护栏 · 漏洞检测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红队引擎 · 合规报告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17520"/>
            <a:ext cx="37490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调试器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55F7"/>
                </a:solidFill>
              </a:rPr>
              <a:t>给开发者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单步回放 · 操作对比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参数Diff · 自动播放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017520"/>
            <a:ext cx="3749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评测基准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给产品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794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Agent对比 · A/B测试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安全评分 · 效果评估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实时面板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监控操作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1887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成功率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安全拦截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1887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累计成本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28600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操作时序叠柱图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28600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Hook 触发统计条形图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77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langchain-agent → agent.respond   成功  0.035s  1030 tokens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langchain-agent → agent.analyze   成功  0.025s  842 tokens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langchain-agent → tool.search     成功  0.002s  400 tokens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test-suite → test.blocked      拦截  测试拦截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 &amp; 部署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TypeScript · Node.js · Express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better-sqlite3 · ECharts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80360" y="17373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Python (纯标准库)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npm install agent-telemetry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Docker · docker compose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npm start (开箱即用)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17373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23 项 API 集成测试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npm test (一键跑通)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快速开始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git clone https://github.com/XKIAII/lingxiao-agent-telemetry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cd agent-core-demo &amp;&amp; npm install &amp;&amp; npm start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cd python-sdk &amp;&amp; python red_team.py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open http://localhost:3000/dashboard.html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凌霄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安全护栏 · 从第一天开始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github.com/XKIAII/lingxiao-agent-telemetry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Agent 生态从「能跑就行」到「安全可靠」，凌霄正好卡在转折点上。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凌霄 — Agent 可观测平台</dc:title>
  <dc:subject>PptxGenJS Presentation</dc:subject>
  <dc:creator>凌霄</dc:creator>
  <cp:lastModifiedBy>凌霄</cp:lastModifiedBy>
  <cp:revision>1</cp:revision>
  <dcterms:created xsi:type="dcterms:W3CDTF">2026-06-09T04:14:32Z</dcterms:created>
  <dcterms:modified xsi:type="dcterms:W3CDTF">2026-06-09T04:14:32Z</dcterms:modified>
</cp:coreProperties>
</file>